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3459" y="1720215"/>
            <a:ext cx="14570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MILO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72239" y="2558415"/>
            <a:ext cx="41994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Trade Marketing Data Actionable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35338" y="3183255"/>
            <a:ext cx="387320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Belgium's Independent Cross-Retailer Intelligence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62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Nielsen/Kantar cost: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€30K-100K+/year (multinationals only)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Retailers won't share: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stays completely siloed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marketing budgets: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€200-500K spent blind, no ROI proof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Wasted budget, poor decisions, no cross-retailer view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This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1"/>
            <a:ext cx="7620000" cy="201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Belgian FMCG brands: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€5-50M revenue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Delhaize, Colruyt, Carrefour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marketing budget: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€250K-1M annually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Decision-maker: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Trade Marketing Manager or Category Manager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Can't measure cross-retailer effectiveness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Do Today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1"/>
            <a:ext cx="7620000" cy="201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promo to retailer → </a:t>
            </a:r>
            <a:pPr indent="0" marL="0">
              <a:lnSpc>
                <a:spcPts val="270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6-8 weeks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retailer data (incomplete, retailer-biased)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spreadsheet analysis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cross-retailer view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 strategic insight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allocation: Educated guesswork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Our Customer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Belgian Sauce Brand Example: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821180"/>
            <a:ext cx="762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€8M (small midmarket)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Retailers: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Delhaize, Colruyt, Carrefour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marketing budget: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€250K/year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should we invest our promotions?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MILO in Action: 8 Weeks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81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Delhaize promo: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volume, but many switch to private label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Colruyt promo: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Lower volume, but strong repeat purchases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Carrefour: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Volume spike, but competitors gain market share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Clear data. Clear insights. Clear action.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MILO: Strategic Decision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Reduce Carrefour: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-€80K (competitors gaining share)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Increase Colruyt: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+€80K (loyalty beats volume)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New format Delhaize: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-€20K (reduce switching)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budget. Smarter allocation.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Financial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ROI calculation: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09"/>
            <a:ext cx="7620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promotions: </a:t>
            </a:r>
            <a:pPr indent="0" marL="0">
              <a:lnSpc>
                <a:spcPts val="270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volume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private-label switching: </a:t>
            </a:r>
            <a:pPr indent="0" marL="0">
              <a:lnSpc>
                <a:spcPts val="270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margin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profit impact: +€35,000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20420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MILO annual cost: €12,000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4442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290% in Year 1 | Payback: &lt;5 weeks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 &amp; Why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Decision-maker: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Trade Marketing Manager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94509"/>
            <a:ext cx="762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get: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Cross-retailer dashboard with real data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get: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assistant for instant insights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get: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Weekly competitive analysis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pay: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it directly improves their budget ROI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14097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35582"/>
            <a:ext cx="7924800" cy="14097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145282"/>
            <a:ext cx="7924800" cy="14097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Pricing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4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95072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Brands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240282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€8K/year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29641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336042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200" y="3649982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€15K/year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200" y="43738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8200" y="4770123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8200" y="5059682"/>
            <a:ext cx="7616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€25K+/year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600" y="58597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streams: Subscriptions (80%) | Syndicated Reports (15%) | Custom Research (5%)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2"/>
            <a:ext cx="7620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Phase: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Free/discounted access to 3-4 target brands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Studies: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 real ROI (290% example)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Tool: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cases to close full-price contracts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Expansion: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Replicate with similar-profile brands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Belgian FMCG Market: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09"/>
            <a:ext cx="7620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eligible brands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(€5-50M revenue)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spending €250K-1M on trade marketing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have independent cross-retailer data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20420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1: 8-12 paying customers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34442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3: 40-60 customers | ARR: €500K-750K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MILO? Why Now?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94509"/>
            <a:ext cx="7620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FMCG insiders (not software engineers)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panel already operational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analysis instant (not 8 weeks)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280409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3672841"/>
            <a:ext cx="7620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privacy changes break traditional models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FMCG budgets shifting to performance metrics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Belgian market fragmented → perfect timing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KBC?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2"/>
            <a:ext cx="7620000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roots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Belgian business ecosystem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FMCG network: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Doors we need opened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decision-makers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pilots (Delhaize, Colruyt, retailers)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unlock retailer relationships</a:t>
            </a:r>
            <a:pPr indent="0" marL="0">
              <a:lnSpc>
                <a:spcPts val="297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scale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investor + strategic partner</a:t>
            </a:r>
            <a:endParaRPr lang="en-US" sz="1350" dirty="0"/>
          </a:p>
          <a:p>
            <a:pPr marL="342900" indent="-342900">
              <a:lnSpc>
                <a:spcPts val="297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not just raising capital. </a:t>
            </a:r>
            <a:pPr indent="0" marL="0">
              <a:lnSpc>
                <a:spcPts val="297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opening doors.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€500K Seed Round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74523"/>
            <a:ext cx="762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Infrastructure: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€150K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Growth (user acquisition):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€150K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Partnerships: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€150K</a:t>
            </a:r>
            <a:endParaRPr lang="en-US" sz="135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Compliance:</a:t>
            </a:r>
            <a:pPr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€50K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779518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goal: Land 8-10 paying pilots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647" y="1428750"/>
            <a:ext cx="23407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95435" y="2205996"/>
            <a:ext cx="41530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make trade marketing measurable.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47122" y="2983232"/>
            <a:ext cx="104963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milo-app.com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910529" y="3528064"/>
            <a:ext cx="3322823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Belgium's independent trade intelligence layer.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2026-03-17T19:16:09Z</dcterms:created>
  <dcterms:modified xsi:type="dcterms:W3CDTF">2026-03-17T19:16:09Z</dcterms:modified>
</cp:coreProperties>
</file>